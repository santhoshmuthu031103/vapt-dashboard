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01 // OBJECTIVE &amp; OPERATIONAL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Enterprise VAPT Automation Platform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Objective: Streamline vulnerability management by transforming manual CLI scanning into an automated assessment suite.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3931920"/>
          </a:xfrm>
          <a:prstGeom prst="roundRect">
            <a:avLst/>
          </a:prstGeom>
          <a:solidFill>
            <a:srgbClr val="1C12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[LEGACY STATE]  BEFORE: Fragmented &amp; Manual Workflow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❌ Siloed CLI Tools: Running Nmap, ZAP, and SQLmap in isolated terminal tabs with complex manual flags.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❌ Manual Single-Host Scans: No Target Groups; IP addresses had to be typed and scanned one by one.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❌ No Automated Scheduling: Scans were reactive; required writing fragile crontab shell scripts.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❌ 3–5 Hours per Audit Report: Copying raw terminal outputs into Word documents manually.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❌ Data Loss &amp; No Trends: No persistent database to track historical vulnerabilities or open port regressions.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3931920"/>
          </a:xfrm>
          <a:prstGeom prst="roundRect">
            <a:avLst/>
          </a:prstGeom>
          <a:solidFill>
            <a:srgbClr val="0E1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[TRANSFORMED]  NOW: Automated Single-Pane Platform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⚡ Unified Web Console: Single-pane dashboard orchestrating 7+ multi-layer security engines.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⚡ Automated Target Groups: Group servers/subnets into asset pools that scan sequentially host-by-host.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⚡ Intelligent APScheduler: Daily (10:00 AM), Weekly, and Monthly recurring jobs with GUI reschedule controls.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⚡ 1-Click Executive Reports: Instant corporate PDF &amp; HTML audits with TOC, OWASP Top 10, and sign-offs.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⚡ Centralized Data Lake: SQLite database indexing all scan runs, port matrices, and severity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12192D"/>
          </a:solidFill>
          <a:ln>
            <a:solidFill>
              <a:srgbClr val="28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Organization: Wyzmindz Solutions   •   Audit Done By: Santhosh M (Network Admin)   •   Approved By: Leo Antony Charles (IT Manager)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02 // SECURITY ENGINES &amp;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Security Tools Arsenal &amp; Operational Usage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Comprehensive multi-layer security coverage across network infrastructure, web applications, and databases.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0604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Nmap 7.94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Network &amp; Port Discovery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Identifies live hosts, open TCP/UDP ports, OS details, and service versions across subnets.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60604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OpenVAS (GVM)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Infrastructure CVE Auditing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Performs in-depth vulnerability assessments against OS services, SSL ciphers, and unpatched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60604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OWASP ZAP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Web Application DAST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Automates active/passive web security testing, AJAX spidering, and OWASP Top 10 injection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463040"/>
            <a:ext cx="260604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Nuclei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Fast Template &amp; CVE Fuzzing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Executes high-speed YAML community templates for rapid zero-day and emerging exploit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7472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Nikto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Web Server Misconfiguration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Scans for 6,700+ dangerous files, outdated server packages, default scripts, and insecure headers.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977639"/>
            <a:ext cx="347472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Gobuster &amp; FFuF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Directory &amp; API Brute-force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High-speed wordlist fuzzing to uncover hidden admin panels, backup files, and unlisted API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3977639"/>
            <a:ext cx="3474720" cy="23317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SQLmap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Role: Database Injection Audit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Automates detection and validation of SQL injection flaws and database data exfiltration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SLIDE 03 // WORKFLOW &amp; ORGANIZATIONAL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Workflow &amp; Business Impact (ROI)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How automated orchestration delivers measurable operational efficiency and robust compliance readiness.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060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1. Define Target Scope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Select single host or Target Group (e.g. DMZ, Cloud, Internal LAN).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6060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2. Set Timing &amp; Recurrence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Choose Daily (10:00 AM), Weekly, or Monthly automated APScheduler cron.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6060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3. Asynchronous Scanning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FastAPI background workers execute multi-host scans without blocking the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463040"/>
            <a:ext cx="26060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4. Executive PDF Report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Instantly generate branded audit reports with TOC, OWASP matrices &amp; sign-offs.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606040" cy="25603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⏱️ 85% Time Savings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Eliminates repetitive manual scanning and report writing; audit turnaround drops from 4 hours to &lt; 2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749039"/>
            <a:ext cx="2606040" cy="25603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🛡️ Proactive Security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Continuous scheduled audits detect misconfigurations and newly exposed ports before attackers can exploit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749039"/>
            <a:ext cx="2606040" cy="25603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💰 Zero Licensing Cost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100% built on top-tier open-source engines wrapped in an institutionalized automation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749039"/>
            <a:ext cx="2606040" cy="25603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350" b="1">
                <a:solidFill>
                  <a:srgbClr val="F8FAFC"/>
                </a:solidFill>
                <a:latin typeface="Arial"/>
              </a:defRPr>
            </a:pPr>
            <a:r>
              <a:t>📋 Audit &amp; Compliance Ready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Produces standardized, executive-level documentation aligned with ISO 27001, SOC 2, and OWASP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